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FlowScan Clone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+ Plan (2026-02-04)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Full-history indexing at high throughput</a:t>
            </a:r>
          </a:p>
          <a:p>
            <a:pPr/>
            <a:r>
              <a:t>Low-latency APIs for blocks/txs/accounts</a:t>
            </a:r>
          </a:p>
          <a:p>
            <a:pPr/>
            <a:r>
              <a:t>Scale from Railway to GCP with minimal changes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011680" cy="822960"/>
          </a:xfrm>
          <a:prstGeom prst="roundRect">
            <a:avLst/>
          </a:prstGeom>
          <a:solidFill>
            <a:srgbClr val="222222"/>
          </a:solidFill>
          <a:ln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Flow Access Nodes</a:t>
            </a:r>
          </a:p>
          <a:p>
            <a:r>
              <a:t>(001..004)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822960"/>
            <a:ext cx="1828800" cy="640080"/>
          </a:xfrm>
          <a:prstGeom prst="roundRect">
            <a:avLst/>
          </a:prstGeom>
          <a:solidFill>
            <a:srgbClr val="222222"/>
          </a:solidFill>
          <a:ln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Forward Ingester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645920"/>
            <a:ext cx="1828800" cy="640080"/>
          </a:xfrm>
          <a:prstGeom prst="roundRect">
            <a:avLst/>
          </a:prstGeom>
          <a:solidFill>
            <a:srgbClr val="222222"/>
          </a:solidFill>
          <a:ln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History Ingester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005840"/>
            <a:ext cx="2011680" cy="822960"/>
          </a:xfrm>
          <a:prstGeom prst="roundRect">
            <a:avLst/>
          </a:prstGeom>
          <a:solidFill>
            <a:srgbClr val="222222"/>
          </a:solidFill>
          <a:ln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Postgres raw.*</a:t>
            </a:r>
          </a:p>
          <a:p>
            <a:r>
              <a:t>(partitioned)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2103120"/>
            <a:ext cx="2011680" cy="822960"/>
          </a:xfrm>
          <a:prstGeom prst="roundRect">
            <a:avLst/>
          </a:prstGeom>
          <a:solidFill>
            <a:srgbClr val="222222"/>
          </a:solidFill>
          <a:ln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Postgres app.*</a:t>
            </a:r>
          </a:p>
          <a:p>
            <a:r>
              <a:t>(derived)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80160"/>
            <a:ext cx="1828800" cy="731520"/>
          </a:xfrm>
          <a:prstGeom prst="roundRect">
            <a:avLst/>
          </a:prstGeom>
          <a:solidFill>
            <a:srgbClr val="222222"/>
          </a:solidFill>
          <a:ln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API + WebSocket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194560"/>
            <a:ext cx="1828800" cy="640080"/>
          </a:xfrm>
          <a:prstGeom prst="roundRect">
            <a:avLst/>
          </a:prstGeom>
          <a:solidFill>
            <a:srgbClr val="222222"/>
          </a:solidFill>
          <a:ln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Frontend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468880" y="1097280"/>
            <a:ext cx="274320" cy="274320"/>
          </a:xfrm>
          <a:prstGeom prst="line">
            <a:avLst/>
          </a:prstGeom>
          <a:ln>
            <a:solidFill>
              <a:srgbClr val="00F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0" y="1645920"/>
            <a:ext cx="274320" cy="274320"/>
          </a:xfrm>
          <a:prstGeom prst="line">
            <a:avLst/>
          </a:prstGeom>
          <a:ln>
            <a:solidFill>
              <a:srgbClr val="00F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1097280"/>
            <a:ext cx="365760" cy="182880"/>
          </a:xfrm>
          <a:prstGeom prst="line">
            <a:avLst/>
          </a:prstGeom>
          <a:ln>
            <a:solidFill>
              <a:srgbClr val="00F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572000" y="1554480"/>
            <a:ext cx="365760" cy="365760"/>
          </a:xfrm>
          <a:prstGeom prst="line">
            <a:avLst/>
          </a:prstGeom>
          <a:ln>
            <a:solidFill>
              <a:srgbClr val="00F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49440" y="1371600"/>
            <a:ext cx="182880" cy="182880"/>
          </a:xfrm>
          <a:prstGeom prst="line">
            <a:avLst/>
          </a:prstGeom>
          <a:ln>
            <a:solidFill>
              <a:srgbClr val="00F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949440" y="1737360"/>
            <a:ext cx="182880" cy="731520"/>
          </a:xfrm>
          <a:prstGeom prst="line">
            <a:avLst/>
          </a:prstGeom>
          <a:ln>
            <a:solidFill>
              <a:srgbClr val="00F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132320" y="1737360"/>
            <a:ext cx="1828800" cy="731520"/>
          </a:xfrm>
          <a:prstGeom prst="line">
            <a:avLst/>
          </a:prstGeom>
          <a:ln>
            <a:solidFill>
              <a:srgbClr val="00F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raw.blocks / raw.transactions / raw.events are range-partitioned</a:t>
            </a:r>
          </a:p>
          <a:p>
            <a:pPr/>
            <a:r>
              <a:t>lookup tables for fast ID access (raw.tx_lookup, raw.block_lookup)</a:t>
            </a:r>
          </a:p>
          <a:p>
            <a:pPr/>
            <a:r>
              <a:t>app.token_transfers, app.address_transactions for query-first UI</a:t>
            </a:r>
          </a:p>
          <a:p>
            <a:pPr/>
            <a:r>
              <a:t>lease tables + checkpoints for worker coordination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and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Multi-node Flow access with per-node RPS limits</a:t>
            </a:r>
          </a:p>
          <a:p>
            <a:pPr/>
            <a:r>
              <a:t>Cursor-based pagination removes large OFFSET scans</a:t>
            </a:r>
          </a:p>
          <a:p>
            <a:pPr/>
            <a:r>
              <a:t>DB tuning: shared_buffers, effective_cache_size, work_mem</a:t>
            </a:r>
          </a:p>
          <a:p>
            <a:pPr/>
            <a:r>
              <a:t>History backfill parallelized via worker count + batch size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Confirm access node whitelist and scale RPS</a:t>
            </a:r>
          </a:p>
          <a:p>
            <a:pPr/>
            <a:r>
              <a:t>Push history backfill throughput to saturation</a:t>
            </a:r>
          </a:p>
          <a:p>
            <a:pPr/>
            <a:r>
              <a:t>Add composite indexes after backfill nears completion</a:t>
            </a:r>
          </a:p>
          <a:p>
            <a:pPr/>
            <a:r>
              <a:t>Prepare raw/app DB split for GCP migration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